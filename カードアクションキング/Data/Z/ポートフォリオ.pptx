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65BAC0-8086-416E-B1C3-C725C219272B}" v="4" dt="2026-09-29T17:50:45.0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5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晴仁 藤田" userId="7d26de5f938966ed" providerId="LiveId" clId="{8B530BCB-0CA7-4BCB-BB61-60D75309136F}"/>
    <pc:docChg chg="addSld modSld">
      <pc:chgData name="晴仁 藤田" userId="7d26de5f938966ed" providerId="LiveId" clId="{8B530BCB-0CA7-4BCB-BB61-60D75309136F}" dt="2026-09-29T18:29:37.703" v="524" actId="5793"/>
      <pc:docMkLst>
        <pc:docMk/>
      </pc:docMkLst>
      <pc:sldChg chg="addSp delSp modSp mod">
        <pc:chgData name="晴仁 藤田" userId="7d26de5f938966ed" providerId="LiveId" clId="{8B530BCB-0CA7-4BCB-BB61-60D75309136F}" dt="2026-09-29T16:02:28.207" v="150"/>
        <pc:sldMkLst>
          <pc:docMk/>
          <pc:sldMk cId="2795929196" sldId="257"/>
        </pc:sldMkLst>
        <pc:spChg chg="mod">
          <ac:chgData name="晴仁 藤田" userId="7d26de5f938966ed" providerId="LiveId" clId="{8B530BCB-0CA7-4BCB-BB61-60D75309136F}" dt="2026-09-29T15:38:20.164" v="37" actId="20577"/>
          <ac:spMkLst>
            <pc:docMk/>
            <pc:sldMk cId="2795929196" sldId="257"/>
            <ac:spMk id="2" creationId="{B03AC4D3-8ECB-B5E0-2F71-051F295FE5AA}"/>
          </ac:spMkLst>
        </pc:spChg>
        <pc:spChg chg="mod">
          <ac:chgData name="晴仁 藤田" userId="7d26de5f938966ed" providerId="LiveId" clId="{8B530BCB-0CA7-4BCB-BB61-60D75309136F}" dt="2026-09-29T16:02:11.567" v="146" actId="20577"/>
          <ac:spMkLst>
            <pc:docMk/>
            <pc:sldMk cId="2795929196" sldId="257"/>
            <ac:spMk id="3" creationId="{69533A75-F5BE-AAD3-FE06-233BB70A004B}"/>
          </ac:spMkLst>
        </pc:spChg>
        <pc:spChg chg="add del mod">
          <ac:chgData name="晴仁 藤田" userId="7d26de5f938966ed" providerId="LiveId" clId="{8B530BCB-0CA7-4BCB-BB61-60D75309136F}" dt="2026-09-29T16:02:28.207" v="148"/>
          <ac:spMkLst>
            <pc:docMk/>
            <pc:sldMk cId="2795929196" sldId="257"/>
            <ac:spMk id="4" creationId="{B6ECEE52-03B2-DA2F-2151-1F58E368C68F}"/>
          </ac:spMkLst>
        </pc:spChg>
        <pc:spChg chg="add del mod">
          <ac:chgData name="晴仁 藤田" userId="7d26de5f938966ed" providerId="LiveId" clId="{8B530BCB-0CA7-4BCB-BB61-60D75309136F}" dt="2026-09-29T16:02:28.207" v="150"/>
          <ac:spMkLst>
            <pc:docMk/>
            <pc:sldMk cId="2795929196" sldId="257"/>
            <ac:spMk id="5" creationId="{62357B26-D277-245B-AE03-F2B2DBE8C463}"/>
          </ac:spMkLst>
        </pc:spChg>
        <pc:spChg chg="add mod">
          <ac:chgData name="晴仁 藤田" userId="7d26de5f938966ed" providerId="LiveId" clId="{8B530BCB-0CA7-4BCB-BB61-60D75309136F}" dt="2026-09-29T16:01:16.913" v="143" actId="115"/>
          <ac:spMkLst>
            <pc:docMk/>
            <pc:sldMk cId="2795929196" sldId="257"/>
            <ac:spMk id="6" creationId="{726A346C-A496-2C59-B1D7-5064B050F018}"/>
          </ac:spMkLst>
        </pc:spChg>
      </pc:sldChg>
      <pc:sldChg chg="modSp mod">
        <pc:chgData name="晴仁 藤田" userId="7d26de5f938966ed" providerId="LiveId" clId="{8B530BCB-0CA7-4BCB-BB61-60D75309136F}" dt="2026-09-29T17:49:13.852" v="381" actId="20577"/>
        <pc:sldMkLst>
          <pc:docMk/>
          <pc:sldMk cId="2105162933" sldId="258"/>
        </pc:sldMkLst>
        <pc:spChg chg="mod">
          <ac:chgData name="晴仁 藤田" userId="7d26de5f938966ed" providerId="LiveId" clId="{8B530BCB-0CA7-4BCB-BB61-60D75309136F}" dt="2026-09-29T17:35:56.465" v="280" actId="20577"/>
          <ac:spMkLst>
            <pc:docMk/>
            <pc:sldMk cId="2105162933" sldId="258"/>
            <ac:spMk id="2" creationId="{E7AA3F91-443B-E6DF-A36D-74F77B27A811}"/>
          </ac:spMkLst>
        </pc:spChg>
        <pc:spChg chg="mod">
          <ac:chgData name="晴仁 藤田" userId="7d26de5f938966ed" providerId="LiveId" clId="{8B530BCB-0CA7-4BCB-BB61-60D75309136F}" dt="2026-09-29T17:49:13.852" v="381" actId="20577"/>
          <ac:spMkLst>
            <pc:docMk/>
            <pc:sldMk cId="2105162933" sldId="258"/>
            <ac:spMk id="3" creationId="{ED0B0389-87F4-2DFA-6858-59BAD08A78CC}"/>
          </ac:spMkLst>
        </pc:spChg>
      </pc:sldChg>
      <pc:sldChg chg="addSp modSp new mod">
        <pc:chgData name="晴仁 藤田" userId="7d26de5f938966ed" providerId="LiveId" clId="{8B530BCB-0CA7-4BCB-BB61-60D75309136F}" dt="2026-09-29T18:29:37.703" v="524" actId="5793"/>
        <pc:sldMkLst>
          <pc:docMk/>
          <pc:sldMk cId="4287366482" sldId="259"/>
        </pc:sldMkLst>
        <pc:spChg chg="mod">
          <ac:chgData name="晴仁 藤田" userId="7d26de5f938966ed" providerId="LiveId" clId="{8B530BCB-0CA7-4BCB-BB61-60D75309136F}" dt="2026-09-29T17:54:45.261" v="460" actId="20577"/>
          <ac:spMkLst>
            <pc:docMk/>
            <pc:sldMk cId="4287366482" sldId="259"/>
            <ac:spMk id="2" creationId="{4E36D07C-982F-C2B4-5EF1-23699CDC7174}"/>
          </ac:spMkLst>
        </pc:spChg>
        <pc:spChg chg="mod">
          <ac:chgData name="晴仁 藤田" userId="7d26de5f938966ed" providerId="LiveId" clId="{8B530BCB-0CA7-4BCB-BB61-60D75309136F}" dt="2026-09-29T18:29:37.703" v="524" actId="5793"/>
          <ac:spMkLst>
            <pc:docMk/>
            <pc:sldMk cId="4287366482" sldId="259"/>
            <ac:spMk id="3" creationId="{2459ACC2-54FA-7AAF-5A68-1FDF1947C566}"/>
          </ac:spMkLst>
        </pc:spChg>
        <pc:spChg chg="add mod">
          <ac:chgData name="晴仁 藤田" userId="7d26de5f938966ed" providerId="LiveId" clId="{8B530BCB-0CA7-4BCB-BB61-60D75309136F}" dt="2026-09-29T17:50:45.064" v="382" actId="767"/>
          <ac:spMkLst>
            <pc:docMk/>
            <pc:sldMk cId="4287366482" sldId="259"/>
            <ac:spMk id="4" creationId="{BB86B9F2-EF3A-B7E8-5F39-14453F62B47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6F246A-E7FF-3B17-BB68-4630A749A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B347913-5800-E66D-84EF-C2994BAEF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0B997C-E70A-04B0-D418-8D84B8B6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87AD3-AE1A-4BE1-838B-6216DA19A32D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CD214A-0B1D-D17C-7F17-BFBAC4BBC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012589-A39C-7DB3-A38E-A8F3FC378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C8E50-CE0E-4F93-8B2D-F5BF1D21A4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2494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2C6A39-46A7-2D62-B8D7-F596E903E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B4FDA9-5062-4318-1458-1B43F33B4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0B67BA-AEE6-1C11-C882-F7700465B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87AD3-AE1A-4BE1-838B-6216DA19A32D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1FF8DE-F998-D6C2-6252-2C7A5A428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D776D7-9881-4F68-447F-9CB364E44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C8E50-CE0E-4F93-8B2D-F5BF1D21A4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402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3C5F5C-370F-A9D4-CA7D-01B05B47F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1615BED-276D-5527-1420-E2DCC78F8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395A27-C721-CEBE-9213-565956A8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87AD3-AE1A-4BE1-838B-6216DA19A32D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F70E51-E197-EBFC-86B9-A088669E2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0671FD-3F41-ED2E-B08D-1BFBCD0EC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C8E50-CE0E-4F93-8B2D-F5BF1D21A4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9734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660F27-842A-B6B3-0863-55E21B49D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6B4EDB-E77B-E12D-8A42-61DB6668A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4CE2465-F329-444F-1BEA-922CBBC95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DC3C57A-3F17-07DC-CF82-70031F792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87AD3-AE1A-4BE1-838B-6216DA19A32D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B12199-21AE-B39C-CC0F-3EBEC7528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C65C15-829F-345D-14B3-963CF8F06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C8E50-CE0E-4F93-8B2D-F5BF1D21A4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5680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8C4890-4C42-9140-7DDB-FD8EAEE86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4F88E3-B17C-6B9B-405A-247B90102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5831F2E-209A-58E5-7025-7C93215E7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24C853E-B3BC-B296-866B-5E58051AB5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9E047D8-0CA3-C1EC-CC01-1EF317E852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DC10590-BD04-03ED-A132-F53469248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87AD3-AE1A-4BE1-838B-6216DA19A32D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98EB4D1-57E5-72E9-729F-36708A8BB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57A7017-3CA4-D725-1AFB-93A86A4ED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C8E50-CE0E-4F93-8B2D-F5BF1D21A4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5673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A38DFA-DE2B-BEB4-A773-542B75098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B00285B-0BD5-899E-3186-7D01BEE29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87AD3-AE1A-4BE1-838B-6216DA19A32D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E516496-4A12-4280-C9B0-28345385F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4152BCA-8BE6-F15A-D178-68B65E999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C8E50-CE0E-4F93-8B2D-F5BF1D21A4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1117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71D7F08-7BEA-25CA-D71D-2928E437C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87AD3-AE1A-4BE1-838B-6216DA19A32D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F139B90-E012-A518-2ABC-4ADDD1B50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E366A84-FA35-DECC-D7E5-811A2EAF2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C8E50-CE0E-4F93-8B2D-F5BF1D21A4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0509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F344A0-4AAA-3E50-A35A-81C8C5B0F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098A8C-3F91-A0D9-8C51-1D0A2DB57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6724832-BB1A-D257-C234-EDADC4F7A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ABB51B1-21A9-1F24-CD81-0F02A5D56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87AD3-AE1A-4BE1-838B-6216DA19A32D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84CFCB-857A-3639-2FBC-AC00D203D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332AF49-6D3A-078B-607D-0B091E734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C8E50-CE0E-4F93-8B2D-F5BF1D21A4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48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EE6611-75BC-56F2-4B2C-57797BE2A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5F745A8-CD88-5760-EAFE-4BD2FE2E254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FCF6B27-3B75-C5C9-0106-99A66047D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6412B88-920C-3786-D422-B45797349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87AD3-AE1A-4BE1-838B-6216DA19A32D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E392CD0-5335-697E-F22E-C76535FA9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CA62B97-C63E-4C6A-AB38-91796F4B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C8E50-CE0E-4F93-8B2D-F5BF1D21A4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45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3E2B83-8108-06FB-41F6-EBC0471BB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55F39DD-0B70-0027-8495-3781F5DD6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E6CE23-2993-2BCF-EC76-A2627F418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87AD3-AE1A-4BE1-838B-6216DA19A32D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F284AC-0D81-5258-6D7B-83E227F19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4DFDF9-0D26-DB83-8C55-C64E70D7B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C8E50-CE0E-4F93-8B2D-F5BF1D21A4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2563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F14F4F7-8F26-8BF7-2197-0E62C7DDEE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B1FDFA3-651A-1EE8-4A92-3E4822669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747E97-CB5F-228C-2CCD-CDCA07B9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87AD3-AE1A-4BE1-838B-6216DA19A32D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F9ED11-2A7B-FD7E-F485-A51BB9840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A81AC2-E86D-981E-FA17-34FC246F7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C8E50-CE0E-4F93-8B2D-F5BF1D21A4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4312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F8E195F-C4B6-ADA3-65FE-58FE55762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CD7475A-D133-B300-5406-FDAC42657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E61D3E-EC82-C218-AF0D-6BDC49F093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987AD3-AE1A-4BE1-838B-6216DA19A32D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14E0A7-F904-F562-54FE-5A64BA2BA6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F994F6-506C-DEFC-8038-07D1309761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3C8E50-CE0E-4F93-8B2D-F5BF1D21A4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872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0B30F1-AC3F-E006-AEE4-A8FDC38E96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B7BC1D2-75A8-AF8A-1332-A05EAA1C9E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0498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3AC4D3-8ECB-B5E0-2F71-051F295FE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１，マイケルに会いに行こう</a:t>
            </a:r>
            <a:r>
              <a:rPr kumimoji="1" lang="en-US" altLang="ja-JP" dirty="0"/>
              <a:t>‼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533A75-F5BE-AAD3-FE06-233BB70A0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レーシングタイムアタック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ゲーム概要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26A346C-A496-2C59-B1D7-5064B050F018}"/>
              </a:ext>
            </a:extLst>
          </p:cNvPr>
          <p:cNvSpPr txBox="1"/>
          <p:nvPr/>
        </p:nvSpPr>
        <p:spPr>
          <a:xfrm rot="1415334">
            <a:off x="8610416" y="2244904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>
                <a:solidFill>
                  <a:srgbClr val="FF0000"/>
                </a:solidFill>
              </a:rPr>
              <a:t>こんなゲーム</a:t>
            </a:r>
            <a:r>
              <a:rPr kumimoji="1" lang="ja-JP" altLang="en-US" dirty="0"/>
              <a:t>！！！↓</a:t>
            </a:r>
          </a:p>
        </p:txBody>
      </p:sp>
    </p:spTree>
    <p:extLst>
      <p:ext uri="{BB962C8B-B14F-4D97-AF65-F5344CB8AC3E}">
        <p14:creationId xmlns:p14="http://schemas.microsoft.com/office/powerpoint/2010/main" val="2795929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AA3F91-443B-E6DF-A36D-74F77B27A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２，サクヤ　アドベンチャー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0B0389-87F4-2DFA-6858-59BAD08A7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２</a:t>
            </a:r>
            <a:r>
              <a:rPr kumimoji="1" lang="en-US" altLang="ja-JP" dirty="0"/>
              <a:t>D</a:t>
            </a:r>
            <a:r>
              <a:rPr kumimoji="1" lang="ja-JP" altLang="en-US" dirty="0"/>
              <a:t>探索</a:t>
            </a:r>
            <a:r>
              <a:rPr kumimoji="1" lang="en-US" altLang="ja-JP" dirty="0"/>
              <a:t>RPG</a:t>
            </a:r>
          </a:p>
          <a:p>
            <a:endParaRPr lang="en-US" altLang="ja-JP" dirty="0"/>
          </a:p>
          <a:p>
            <a:r>
              <a:rPr kumimoji="1" lang="ja-JP" altLang="en-US" dirty="0"/>
              <a:t>ゲーム概要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制作時間は短いですが</a:t>
            </a:r>
            <a:br>
              <a:rPr lang="en-US" altLang="ja-JP" dirty="0"/>
            </a:br>
            <a:r>
              <a:rPr lang="ja-JP" altLang="en-US" dirty="0"/>
              <a:t>シーン管理や設定はうまく作れました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ですがゲームループやゲーム性は全くです。</a:t>
            </a:r>
          </a:p>
        </p:txBody>
      </p:sp>
    </p:spTree>
    <p:extLst>
      <p:ext uri="{BB962C8B-B14F-4D97-AF65-F5344CB8AC3E}">
        <p14:creationId xmlns:p14="http://schemas.microsoft.com/office/powerpoint/2010/main" val="2105162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36D07C-982F-C2B4-5EF1-23699CDC7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３，現在制作中＊</a:t>
            </a:r>
            <a:br>
              <a:rPr kumimoji="1" lang="en-US" altLang="ja-JP" dirty="0"/>
            </a:br>
            <a:r>
              <a:rPr kumimoji="1" lang="ja-JP" altLang="en-US" dirty="0"/>
              <a:t>　　カードアクションキング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59ACC2-54FA-7AAF-5A68-1FDF1947C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カードストラテジー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ゲーム概要</a:t>
            </a:r>
            <a:endParaRPr kumimoji="1" lang="en-US" altLang="ja-JP" dirty="0"/>
          </a:p>
          <a:p>
            <a:pPr marL="0" indent="0">
              <a:buNone/>
            </a:pP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B86B9F2-EF3A-B7E8-5F39-14453F62B473}"/>
              </a:ext>
            </a:extLst>
          </p:cNvPr>
          <p:cNvSpPr txBox="1"/>
          <p:nvPr/>
        </p:nvSpPr>
        <p:spPr>
          <a:xfrm>
            <a:off x="2131888" y="9657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87366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60</Words>
  <Application>Microsoft Office PowerPoint</Application>
  <PresentationFormat>ワイド画面</PresentationFormat>
  <Paragraphs>16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１，マイケルに会いに行こう‼</vt:lpstr>
      <vt:lpstr>２，サクヤ　アドベンチャー</vt:lpstr>
      <vt:lpstr>３，現在制作中＊ 　　カードアクションキング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晴仁 藤田</dc:creator>
  <cp:lastModifiedBy>晴仁 藤田</cp:lastModifiedBy>
  <cp:revision>1</cp:revision>
  <dcterms:created xsi:type="dcterms:W3CDTF">2026-09-29T15:18:54Z</dcterms:created>
  <dcterms:modified xsi:type="dcterms:W3CDTF">2026-09-29T18:29:47Z</dcterms:modified>
</cp:coreProperties>
</file>