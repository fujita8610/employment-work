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90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9B8BA7-F728-4561-8721-5606C50F83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4A1ACD8-0740-4936-8B88-5FA36DAA5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5C3CDD-7EAF-4CC9-BC2F-FBAA2E0BA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B3549-0466-4061-9D57-62289928F0F3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53BB1B-7BF9-41AB-98D9-5416ACDAF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D839358-4E66-45D2-A98F-435DE71C5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C30F-B352-4838-A48E-5A692117D4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9458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792C88-F37A-4284-8755-CB40A546B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DAB6373-6310-4D86-9D03-9D3C2C506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289282-68E1-4734-9FD7-C58E52BB2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B3549-0466-4061-9D57-62289928F0F3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2CF7895-30A1-4947-8CCC-958FE9859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259385-B382-42D9-8707-BA7AA7B55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C30F-B352-4838-A48E-5A692117D4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3591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C449E9-1AD3-4D35-8BF8-B4BE5C02F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64EB690-57CC-43B5-A8EA-5E75A038F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D16927F-C00F-4AE1-B750-4FA62E128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B3549-0466-4061-9D57-62289928F0F3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672314-0A1F-4BE3-85A9-552A52F03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80F715B-25DF-4EC1-AB52-5AEE500A8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C30F-B352-4838-A48E-5A692117D4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6297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B87190-2FDE-4D4A-A9D2-344C7DA32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7BBF45-462F-4AC2-8EEE-FD9BB6BC18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CA86A7B-DDF1-4CCA-93FC-E1B50C1FE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303DE0-64A8-437C-B2C7-24F820D52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B3549-0466-4061-9D57-62289928F0F3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2FB4560-C0F0-41CA-8128-8CFA1673D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D9A14DA-1D39-48DC-805D-CC45CAE1A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C30F-B352-4838-A48E-5A692117D4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2160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708C9D-DA7B-4356-9D86-C44BEA1E4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2FA2C4B-6E68-482B-81C4-17F5EA450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FA70194-A5E9-4274-8DFE-B11B282FF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8B14044-09AA-4844-95CB-A33BCF860B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975C644-237E-4015-B928-CA41184871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AF2290B-7FE8-47FC-8435-0073B9EEC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B3549-0466-4061-9D57-62289928F0F3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7A1A80C-94E8-472B-BCB2-0646BFF24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BC22D13-D604-405A-ACB5-CFEE55423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C30F-B352-4838-A48E-5A692117D4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7395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E75D47-8A39-4CBA-AA5B-93B174921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ABB0182-8C1D-412E-A7CE-600746FA6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B3549-0466-4061-9D57-62289928F0F3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960E54C-E5DC-4C3C-BA4C-DCD51124E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3C15492-3BFD-4B50-91D2-E417CE55E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C30F-B352-4838-A48E-5A692117D4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4623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379820F-278E-42CC-B7F3-5A9953348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B3549-0466-4061-9D57-62289928F0F3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7379F3B-C85F-4513-A12A-7EFFD078D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CBD8C01-ED26-4EC0-B94D-BA0E40E56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C30F-B352-4838-A48E-5A692117D4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0907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1D7FE5-094A-430F-B4FB-25F7BCC50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1CBE80-56BD-468E-8050-9304D771F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640E249-3D04-4F37-933E-E3AD93106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C932070-574F-424F-9077-64DB98E0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B3549-0466-4061-9D57-62289928F0F3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2E79786-7C78-44C6-AD74-F455EE890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FECCAA3-0640-4FA1-B747-731943C7F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C30F-B352-4838-A48E-5A692117D4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9077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4606BC-3B94-4419-9A1D-476A6BACC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D245778-376E-4572-A609-77DB88A7C6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F0E4446-C320-42E8-8F47-93BEEEFEDF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42D3617-4B43-45D1-899E-6AE8C4A6E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B3549-0466-4061-9D57-62289928F0F3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4B22D35-C988-4829-886E-3C71ADE48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D8639C-7D6F-4646-A443-A9C6511C9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C30F-B352-4838-A48E-5A692117D4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4753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761876-FB1A-4AA9-8889-4B0E852C7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30BFB63-6BDF-438C-95A7-3868618C68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9BFF54-11D6-4D6D-8639-7AD06BF77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B3549-0466-4061-9D57-62289928F0F3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AC09AE-EE21-470A-9F3F-98E782696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7608F8-A513-41F9-ADE3-DECC747B4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C30F-B352-4838-A48E-5A692117D4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3566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E3111C2-B97E-4640-A406-8DA5ABF80A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4277DFB-1E46-4638-B208-042B591CDB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E6974BE-8470-443B-929D-10C482950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B3549-0466-4061-9D57-62289928F0F3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2C5E7B-51C2-41E9-B177-D77CB3422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81E9D6-6441-431F-BC40-957586939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C30F-B352-4838-A48E-5A692117D4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2157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AC4ECD7-BEAC-4A4F-97B3-BD966906F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B1A7A95-9524-47A8-903E-37165D6AEB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86E23E-F34A-49AA-8C2D-0B2DEF1FC0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DB3549-0466-4061-9D57-62289928F0F3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8C0651-2F3E-467C-AACF-F4042FE012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57178D-BCBF-4E53-9EAD-A6D0F9CD4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3AC30F-B352-4838-A48E-5A692117D4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8968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BAEA99-5BAA-4E4B-9DA2-5997F4F062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24D568C-2FA0-4D77-82CF-3D647AB8CA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7344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DB720F-7960-4852-9AE8-2EF4CF7CF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86D9D46-2BC8-4CDC-8AA5-B5DED92852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5441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DB720F-7960-4852-9AE8-2EF4CF7CF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86D9D46-2BC8-4CDC-8AA5-B5DED92852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297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DB720F-7960-4852-9AE8-2EF4CF7CF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86D9D46-2BC8-4CDC-8AA5-B5DED92852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233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DB720F-7960-4852-9AE8-2EF4CF7CF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86D9D46-2BC8-4CDC-8AA5-B5DED92852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0358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DB720F-7960-4852-9AE8-2EF4CF7CF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86D9D46-2BC8-4CDC-8AA5-B5DED92852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199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0</Words>
  <Application>Microsoft Office PowerPoint</Application>
  <PresentationFormat>ワイド画面</PresentationFormat>
  <Paragraphs>0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藤田晴仁</dc:creator>
  <cp:lastModifiedBy>藤田晴仁</cp:lastModifiedBy>
  <cp:revision>2</cp:revision>
  <dcterms:created xsi:type="dcterms:W3CDTF">2026-06-04T02:25:27Z</dcterms:created>
  <dcterms:modified xsi:type="dcterms:W3CDTF">2026-06-04T03:09:25Z</dcterms:modified>
</cp:coreProperties>
</file>